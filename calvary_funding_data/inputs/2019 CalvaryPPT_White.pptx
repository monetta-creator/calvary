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63" r:id="rId3"/>
    <p:sldId id="264" r:id="rId4"/>
    <p:sldId id="265" r:id="rId5"/>
    <p:sldId id="266" r:id="rId6"/>
    <p:sldId id="267" r:id="rId7"/>
  </p:sldIdLst>
  <p:sldSz cx="13003213" cy="9756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530"/>
    <a:srgbClr val="D39F29"/>
    <a:srgbClr val="FFDD7F"/>
    <a:srgbClr val="52C6DA"/>
    <a:srgbClr val="B1E1EA"/>
    <a:srgbClr val="51C6DA"/>
    <a:srgbClr val="2C162D"/>
    <a:srgbClr val="D29F00"/>
    <a:srgbClr val="AFDCDE"/>
    <a:srgbClr val="FFD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0"/>
    <p:restoredTop sz="94694"/>
  </p:normalViewPr>
  <p:slideViewPr>
    <p:cSldViewPr snapToGrid="0" snapToObjects="1">
      <p:cViewPr varScale="1">
        <p:scale>
          <a:sx n="74" d="100"/>
          <a:sy n="74" d="100"/>
        </p:scale>
        <p:origin x="4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D39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7B44B-55CF-CA4F-BD65-C576FCEC4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55990"/>
            <a:ext cx="11215271" cy="6190584"/>
          </a:xfrm>
        </p:spPr>
        <p:txBody>
          <a:bodyPr/>
          <a:lstStyle>
            <a:lvl1pPr>
              <a:buClr>
                <a:schemeClr val="bg1"/>
              </a:buClr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/>
            </a:lvl4pPr>
            <a:lvl5pPr>
              <a:buClr>
                <a:schemeClr val="bg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922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FFD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7B44B-55CF-CA4F-BD65-C576FCEC4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39F2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68690"/>
            <a:ext cx="11215271" cy="6190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7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42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7B44B-55CF-CA4F-BD65-C576FCEC4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39F2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68690"/>
            <a:ext cx="11215271" cy="61905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6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solidFill>
          <a:srgbClr val="52C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7B44B-55CF-CA4F-BD65-C576FCEC4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68690"/>
            <a:ext cx="11215271" cy="6190584"/>
          </a:xfrm>
        </p:spPr>
        <p:txBody>
          <a:bodyPr/>
          <a:lstStyle>
            <a:lvl1pPr>
              <a:buClr>
                <a:schemeClr val="bg1"/>
              </a:buClr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/>
            </a:lvl4pPr>
            <a:lvl5pPr>
              <a:buClr>
                <a:schemeClr val="bg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6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rgbClr val="B1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7B44B-55CF-CA4F-BD65-C576FCEC4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68690"/>
            <a:ext cx="11215271" cy="6190584"/>
          </a:xfrm>
        </p:spPr>
        <p:txBody>
          <a:bodyPr/>
          <a:lstStyle>
            <a:lvl1pPr>
              <a:buClr>
                <a:schemeClr val="bg1"/>
              </a:buClr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/>
            </a:lvl4pPr>
            <a:lvl5pPr>
              <a:buClr>
                <a:schemeClr val="bg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934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CEA002-C965-EC4C-871F-A6C6FB6FED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" y="0"/>
            <a:ext cx="13004800" cy="975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1" y="443260"/>
            <a:ext cx="11215271" cy="18858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39F2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71" y="2368690"/>
            <a:ext cx="11215271" cy="6190584"/>
          </a:xfrm>
        </p:spPr>
        <p:txBody>
          <a:bodyPr/>
          <a:lstStyle>
            <a:lvl1pPr>
              <a:buClr>
                <a:srgbClr val="D29F00"/>
              </a:buClr>
              <a:defRPr/>
            </a:lvl1pPr>
            <a:lvl2pPr>
              <a:buClr>
                <a:srgbClr val="D29F00"/>
              </a:buClr>
              <a:defRPr/>
            </a:lvl2pPr>
            <a:lvl3pPr>
              <a:buClr>
                <a:srgbClr val="D29F00"/>
              </a:buClr>
              <a:defRPr/>
            </a:lvl3pPr>
            <a:lvl4pPr>
              <a:buClr>
                <a:srgbClr val="D29F00"/>
              </a:buClr>
              <a:defRPr/>
            </a:lvl4pPr>
            <a:lvl5pPr>
              <a:buClr>
                <a:srgbClr val="D29F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449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241" y="1596769"/>
            <a:ext cx="11052731" cy="3396803"/>
          </a:xfrm>
          <a:prstGeom prst="rect">
            <a:avLst/>
          </a:prstGeom>
        </p:spPr>
        <p:txBody>
          <a:bodyPr anchor="b"/>
          <a:lstStyle>
            <a:lvl1pPr algn="ctr">
              <a:defRPr sz="853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402" y="5124566"/>
            <a:ext cx="9752410" cy="2355628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6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3971" y="2597290"/>
            <a:ext cx="11215271" cy="6190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31B5823D-8986-124D-950A-0D15E814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519113"/>
            <a:ext cx="11215687" cy="1885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50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73" r:id="rId7"/>
  </p:sldLayoutIdLst>
  <p:txStyles>
    <p:titleStyle>
      <a:lvl1pPr algn="l" defTabSz="1300277" rtl="0" eaLnBrk="1" latinLnBrk="0" hangingPunct="1">
        <a:lnSpc>
          <a:spcPct val="90000"/>
        </a:lnSpc>
        <a:spcBef>
          <a:spcPct val="0"/>
        </a:spcBef>
        <a:buNone/>
        <a:defRPr sz="6257" b="1" i="0" kern="1200">
          <a:solidFill>
            <a:srgbClr val="2C162D"/>
          </a:solidFill>
          <a:latin typeface="Museo Slab 700" panose="02000000000000000000" pitchFamily="2" charset="77"/>
          <a:ea typeface="+mj-ea"/>
          <a:cs typeface="+mj-cs"/>
        </a:defRPr>
      </a:lvl1pPr>
    </p:titleStyle>
    <p:bodyStyle>
      <a:lvl1pPr marL="325069" indent="-325069" algn="l" defTabSz="1300277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b="0" i="0" kern="1200">
          <a:solidFill>
            <a:srgbClr val="2C162D"/>
          </a:solidFill>
          <a:latin typeface="Museo Slab 500" panose="02000000000000000000" pitchFamily="2" charset="77"/>
          <a:ea typeface="+mn-ea"/>
          <a:cs typeface="+mn-cs"/>
        </a:defRPr>
      </a:lvl1pPr>
      <a:lvl2pPr marL="97520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b="0" i="0" kern="1200">
          <a:solidFill>
            <a:srgbClr val="2C162D"/>
          </a:solidFill>
          <a:latin typeface="Museo Slab 500" panose="02000000000000000000" pitchFamily="2" charset="77"/>
          <a:ea typeface="+mn-ea"/>
          <a:cs typeface="+mn-cs"/>
        </a:defRPr>
      </a:lvl2pPr>
      <a:lvl3pPr marL="162534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b="0" i="0" kern="1200">
          <a:solidFill>
            <a:srgbClr val="2C162D"/>
          </a:solidFill>
          <a:latin typeface="Museo Slab 500" panose="02000000000000000000" pitchFamily="2" charset="77"/>
          <a:ea typeface="+mn-ea"/>
          <a:cs typeface="+mn-cs"/>
        </a:defRPr>
      </a:lvl3pPr>
      <a:lvl4pPr marL="2275484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b="0" i="0" kern="1200">
          <a:solidFill>
            <a:srgbClr val="2C162D"/>
          </a:solidFill>
          <a:latin typeface="Museo Slab 500" panose="02000000000000000000" pitchFamily="2" charset="77"/>
          <a:ea typeface="+mn-ea"/>
          <a:cs typeface="+mn-cs"/>
        </a:defRPr>
      </a:lvl4pPr>
      <a:lvl5pPr marL="2925623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b="0" i="0" kern="1200">
          <a:solidFill>
            <a:srgbClr val="2C162D"/>
          </a:solidFill>
          <a:latin typeface="Museo Slab 500" panose="02000000000000000000" pitchFamily="2" charset="77"/>
          <a:ea typeface="+mn-ea"/>
          <a:cs typeface="+mn-cs"/>
        </a:defRPr>
      </a:lvl5pPr>
      <a:lvl6pPr marL="3575761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00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03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17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7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415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54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92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3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69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10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971" y="2297819"/>
            <a:ext cx="11215271" cy="1885859"/>
          </a:xfrm>
        </p:spPr>
        <p:txBody>
          <a:bodyPr/>
          <a:lstStyle/>
          <a:p>
            <a:pPr algn="ctr"/>
            <a:r>
              <a:rPr lang="en-US" sz="9600" dirty="0" smtClean="0">
                <a:latin typeface="+mn-lt"/>
              </a:rPr>
              <a:t>Title of </a:t>
            </a:r>
            <a:br>
              <a:rPr lang="en-US" sz="9600" dirty="0" smtClean="0">
                <a:latin typeface="+mn-lt"/>
              </a:rPr>
            </a:br>
            <a:r>
              <a:rPr lang="en-US" sz="9600" dirty="0" smtClean="0">
                <a:latin typeface="+mn-lt"/>
              </a:rPr>
              <a:t>Presentation</a:t>
            </a:r>
            <a:endParaRPr lang="en-US" sz="9600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E99546-DE9B-EC46-AD8F-8D2C16159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971" y="4815676"/>
            <a:ext cx="11215271" cy="2473766"/>
          </a:xfrm>
        </p:spPr>
        <p:txBody>
          <a:bodyPr/>
          <a:lstStyle/>
          <a:p>
            <a:pPr marL="12700" marR="5080" indent="0" algn="ctr">
              <a:lnSpc>
                <a:spcPct val="100000"/>
              </a:lnSpc>
              <a:spcBef>
                <a:spcPts val="240"/>
              </a:spcBef>
              <a:buSzPct val="137037"/>
              <a:buNone/>
              <a:tabLst>
                <a:tab pos="634365" algn="l"/>
                <a:tab pos="635000" algn="l"/>
              </a:tabLst>
            </a:pPr>
            <a:r>
              <a:rPr lang="en-US" sz="5400" dirty="0" smtClean="0">
                <a:solidFill>
                  <a:srgbClr val="422530"/>
                </a:solidFill>
                <a:latin typeface="+mn-lt"/>
                <a:cs typeface="Times New Roman"/>
              </a:rPr>
              <a:t>Subtitle text</a:t>
            </a:r>
            <a:endParaRPr lang="en-US" sz="5400" dirty="0">
              <a:solidFill>
                <a:srgbClr val="422530"/>
              </a:solidFill>
              <a:latin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86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6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B8B-0F9A-4D49-A500-E1D68FB4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0" marR="5080" indent="-622300">
              <a:lnSpc>
                <a:spcPts val="3000"/>
              </a:lnSpc>
              <a:spcBef>
                <a:spcPts val="300"/>
              </a:spcBef>
              <a:buClr>
                <a:srgbClr val="D39F29"/>
              </a:buClr>
              <a:buFont typeface="Zapf Dingbats"/>
              <a:buChar char="●"/>
              <a:tabLst>
                <a:tab pos="634365" algn="l"/>
                <a:tab pos="635000" algn="l"/>
              </a:tabLst>
            </a:pPr>
            <a:endParaRPr lang="en-US" sz="2400" dirty="0" smtClean="0">
              <a:latin typeface="+mn-lt"/>
              <a:cs typeface="Museo Slab"/>
            </a:endParaRPr>
          </a:p>
        </p:txBody>
      </p:sp>
    </p:spTree>
    <p:extLst>
      <p:ext uri="{BB962C8B-B14F-4D97-AF65-F5344CB8AC3E}">
        <p14:creationId xmlns:p14="http://schemas.microsoft.com/office/powerpoint/2010/main" val="40177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6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B8B-0F9A-4D49-A500-E1D68FB4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0" marR="5080" indent="-622300">
              <a:lnSpc>
                <a:spcPts val="3000"/>
              </a:lnSpc>
              <a:spcBef>
                <a:spcPts val="300"/>
              </a:spcBef>
              <a:buClr>
                <a:srgbClr val="D39F29"/>
              </a:buClr>
              <a:buFont typeface="Zapf Dingbats"/>
              <a:buChar char="●"/>
              <a:tabLst>
                <a:tab pos="634365" algn="l"/>
                <a:tab pos="635000" algn="l"/>
              </a:tabLst>
            </a:pPr>
            <a:endParaRPr lang="en-US" sz="2400" dirty="0" smtClean="0">
              <a:latin typeface="+mn-lt"/>
              <a:cs typeface="Museo Slab"/>
            </a:endParaRPr>
          </a:p>
        </p:txBody>
      </p:sp>
    </p:spTree>
    <p:extLst>
      <p:ext uri="{BB962C8B-B14F-4D97-AF65-F5344CB8AC3E}">
        <p14:creationId xmlns:p14="http://schemas.microsoft.com/office/powerpoint/2010/main" val="232255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6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B8B-0F9A-4D49-A500-E1D68FB4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0" marR="5080" indent="-622300">
              <a:lnSpc>
                <a:spcPts val="3000"/>
              </a:lnSpc>
              <a:spcBef>
                <a:spcPts val="300"/>
              </a:spcBef>
              <a:buClr>
                <a:srgbClr val="D39F29"/>
              </a:buClr>
              <a:buFont typeface="Zapf Dingbats"/>
              <a:buChar char="●"/>
              <a:tabLst>
                <a:tab pos="634365" algn="l"/>
                <a:tab pos="635000" algn="l"/>
              </a:tabLst>
            </a:pPr>
            <a:endParaRPr lang="en-US" sz="2400" dirty="0" smtClean="0">
              <a:latin typeface="+mn-lt"/>
              <a:cs typeface="Museo Slab"/>
            </a:endParaRPr>
          </a:p>
        </p:txBody>
      </p:sp>
    </p:spTree>
    <p:extLst>
      <p:ext uri="{BB962C8B-B14F-4D97-AF65-F5344CB8AC3E}">
        <p14:creationId xmlns:p14="http://schemas.microsoft.com/office/powerpoint/2010/main" val="25396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6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B8B-0F9A-4D49-A500-E1D68FB4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0" marR="5080" indent="-622300">
              <a:lnSpc>
                <a:spcPts val="3000"/>
              </a:lnSpc>
              <a:spcBef>
                <a:spcPts val="300"/>
              </a:spcBef>
              <a:buClr>
                <a:srgbClr val="D39F29"/>
              </a:buClr>
              <a:buFont typeface="Zapf Dingbats"/>
              <a:buChar char="●"/>
              <a:tabLst>
                <a:tab pos="634365" algn="l"/>
                <a:tab pos="635000" algn="l"/>
              </a:tabLst>
            </a:pPr>
            <a:endParaRPr lang="en-US" sz="2400" dirty="0" smtClean="0">
              <a:latin typeface="+mn-lt"/>
              <a:cs typeface="Museo Slab"/>
            </a:endParaRPr>
          </a:p>
        </p:txBody>
      </p:sp>
    </p:spTree>
    <p:extLst>
      <p:ext uri="{BB962C8B-B14F-4D97-AF65-F5344CB8AC3E}">
        <p14:creationId xmlns:p14="http://schemas.microsoft.com/office/powerpoint/2010/main" val="158053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FA54-92ED-E74B-B7A6-6778C84B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6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B8B-0F9A-4D49-A500-E1D68FB4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0" marR="5080" indent="-622300">
              <a:lnSpc>
                <a:spcPts val="3000"/>
              </a:lnSpc>
              <a:spcBef>
                <a:spcPts val="300"/>
              </a:spcBef>
              <a:buClr>
                <a:srgbClr val="D39F29"/>
              </a:buClr>
              <a:buFont typeface="Zapf Dingbats"/>
              <a:buChar char="●"/>
              <a:tabLst>
                <a:tab pos="634365" algn="l"/>
                <a:tab pos="635000" algn="l"/>
              </a:tabLst>
            </a:pPr>
            <a:endParaRPr lang="en-US" sz="2400" dirty="0" smtClean="0">
              <a:latin typeface="+mn-lt"/>
              <a:cs typeface="Museo Slab"/>
            </a:endParaRPr>
          </a:p>
        </p:txBody>
      </p:sp>
    </p:spTree>
    <p:extLst>
      <p:ext uri="{BB962C8B-B14F-4D97-AF65-F5344CB8AC3E}">
        <p14:creationId xmlns:p14="http://schemas.microsoft.com/office/powerpoint/2010/main" val="243808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alvary 1">
      <a:dk1>
        <a:srgbClr val="41242F"/>
      </a:dk1>
      <a:lt1>
        <a:srgbClr val="FFFFFF"/>
      </a:lt1>
      <a:dk2>
        <a:srgbClr val="D39F28"/>
      </a:dk2>
      <a:lt2>
        <a:srgbClr val="E7E6E6"/>
      </a:lt2>
      <a:accent1>
        <a:srgbClr val="D39F28"/>
      </a:accent1>
      <a:accent2>
        <a:srgbClr val="ED7D31"/>
      </a:accent2>
      <a:accent3>
        <a:srgbClr val="FFDD7F"/>
      </a:accent3>
      <a:accent4>
        <a:srgbClr val="52C5DA"/>
      </a:accent4>
      <a:accent5>
        <a:srgbClr val="B1E1E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4</Words>
  <Application>Microsoft Office PowerPoint</Application>
  <PresentationFormat>Custom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Museo Slab</vt:lpstr>
      <vt:lpstr>Museo Slab 500</vt:lpstr>
      <vt:lpstr>Museo Slab 700</vt:lpstr>
      <vt:lpstr>Times New Roman</vt:lpstr>
      <vt:lpstr>Zapf Dingbats</vt:lpstr>
      <vt:lpstr>Office Theme</vt:lpstr>
      <vt:lpstr>Title of 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Johannesen</dc:creator>
  <cp:lastModifiedBy>David Lothamer</cp:lastModifiedBy>
  <cp:revision>27</cp:revision>
  <dcterms:created xsi:type="dcterms:W3CDTF">2019-03-04T18:24:07Z</dcterms:created>
  <dcterms:modified xsi:type="dcterms:W3CDTF">2019-03-21T15:54:02Z</dcterms:modified>
</cp:coreProperties>
</file>